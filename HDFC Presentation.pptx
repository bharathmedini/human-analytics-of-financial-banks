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 Analytics Dashboard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5029200" cy="3200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Equity · Jul 2019 – Jun 2020 · 245 Trading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+ SQL Reconciled · Power BI Visualisation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2900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342900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342900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93192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3931920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Scorecards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Student Project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303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09728" cy="324612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comprehensive Financial Market Analytics Dashboard for HDFC Bank (NSE: HDFCBANK) covering the fiscal period July 2019 to June 2020 — a period marked by extraordinary volatility due to the COVID-19 pandemic.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processes 245 trading days of data across 21 columns (15 raw + 6 derived), cleaned via Python (pandas) and reconciled through 25 SQL queries, yielding zero missing values and zero duplicates.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structured into a Diagnostic Layer (trend identification) and a Prescriptive Layer (quarterly actionable insights), enabling both retrospective analysis and forward-looking strategic recommendations.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18872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1188720"/>
            <a:ext cx="914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6187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40880" y="13533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2029968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2029968"/>
            <a:ext cx="914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103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40880" y="2194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871216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2871216"/>
            <a:ext cx="914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9443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30358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3712464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97880" y="3712464"/>
            <a:ext cx="914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7856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40880" y="38770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Financial Market Analytics  |  Jul 2019 – Jun 2020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is India's largest private sector bank by market capitalisation, listed on NSE and BSE.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 July 2019 – June 2020 encompasses one of the most volatile years in Indian equity history.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split in September 2019 caused a mechanical −49.67% single-day price drop.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COVID-19 pandemic triggered a market crash in March 2020, driving the stock to a trough of ₹767.7.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crash, the stock demonstrated significant resilience with an +11.60% best single-day return on 25 Mar 2020.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data pipeline extracting, cleaning, and reconciling NSE equity data.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contextualise extreme market events through diagnostic analytics.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quarterly scorecards that translate raw data into prescriptive recommendations.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delivery ratios as a conviction signal separating long-term holders from intraday traders.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in a Power BI-style interactive dashboard suitable for equity research.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equity analysts relied on manual Excel workbooks for price tracking. Prone to errors, slow to update, and lacking real-time event detection.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 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BI tools produced monthly static PDFs. No drill-down capability, no alert on extreme events, limited to point-in-time snapshots.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114800" cy="34747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4290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data, volume data, and delivery data were maintained in separate systems without any automated reconciliation or cross-validation layer.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17520"/>
            <a:ext cx="41148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Diagnostic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4290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dashboards lacked any mechanism to distinguish pre-COVID normal trading from COVID-crash volatility, leading to misinterpretation of anomalies.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 Existing systems could not automatically detect or explain events like the Sept 2019 stock split drop or the March 2020 COVID crash — requiring manual analyst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PROPOSED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9164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vs COVID-onset segmentation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77440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414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event detection &amp;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27248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9125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close price + 30-day moving average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877056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94106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 distribution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023360" cy="3977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60120"/>
            <a:ext cx="4023360" cy="50292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627632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69164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scorecard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4414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ratio conviction signals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127248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319125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recommendations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877056"/>
            <a:ext cx="3749040" cy="621792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94106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intervention triggers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1688" y="2743200"/>
            <a:ext cx="420624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560320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3C"/>
                </a:solidFill>
              </a:rPr>
              <a:t>➜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REQUIREMENTS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4206240" cy="301752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 + pandas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cleaning, feature engineering,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(PostgreSQL)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25-query reconciliation &amp;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visualisation &amp; publishing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Data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equity data extraction (EQ series)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analysis &amp;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Specifications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406908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2423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 / AMD Ryzen 5 or 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minimum (16 GB recommended)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256 GB+ (for fast SQL queries)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 or Ubuntu 20.04+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1920×1080 for dashboard rendering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All data processing was performed on cloud-compatible infrastructure; the pipeline is containerisable via Docker for team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SYSTEM ARCHITECTURE — DATA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424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5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7830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Data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SQL Queries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Pull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3C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196596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424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90672" y="1069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592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450592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578608"/>
            <a:ext cx="17830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Python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· 0 dupes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0832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3C"/>
                </a:solidFill>
              </a:rPr>
              <a:t>›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626864" y="1005840"/>
            <a:ext cx="196596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0424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66944" y="1069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26864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5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626864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2578608"/>
            <a:ext cx="17830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cross-checks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audit 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4710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3C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803136" y="1005840"/>
            <a:ext cx="196596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0424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43216" y="1069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03136" y="1600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803136" y="2212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94576" y="2578608"/>
            <a:ext cx="17830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final queries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+ Prescriptive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245 rows · 21 columns · Power BI Dashboard (Diagnostic + Prescriptive Layers)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1965960" cy="9144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1984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43000"/>
            <a:ext cx="19659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₹767.7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23160" y="1984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Price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377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(COVID)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43000"/>
            <a:ext cx="196596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₹1,381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17720" y="1984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 (FY)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377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from 1.381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114300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143000"/>
            <a:ext cx="19659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325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−49.67%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12280" y="19842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Day Return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377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Sep 2019 (split)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01752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017520"/>
            <a:ext cx="1965960" cy="9144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+11.60%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28600" y="3858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Return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Mar 2020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23160" y="301752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23160" y="3017520"/>
            <a:ext cx="1965960" cy="91440"/>
          </a:xfrm>
          <a:prstGeom prst="rect">
            <a:avLst/>
          </a:prstGeom>
          <a:solidFill>
            <a:srgbClr val="2B5284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5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423160" y="3858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2316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ratio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01752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017520"/>
            <a:ext cx="196596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₹2.64T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617720" y="3858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Turnover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1772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301752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12280" y="3017520"/>
            <a:ext cx="19659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812280" y="3858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(σ)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4251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 std dev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QUARTERLY SCORECARD — PRESCRIPTIVE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011680" cy="4041648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14400"/>
            <a:ext cx="20116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50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Q3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94767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947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238658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2386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28254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32644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3264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−48.9%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3749040"/>
            <a:ext cx="1828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187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needed — monitor split impact and stabilise investor confidence.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95728" y="914400"/>
            <a:ext cx="2011680" cy="4041648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95728" y="914400"/>
            <a:ext cx="2011680" cy="50292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950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Q4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87168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days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87168" y="194767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1947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₹1,252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87168" y="238658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2386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8254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59.59%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87168" y="32644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264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87168" y="3749040"/>
            <a:ext cx="1828800" cy="54864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95728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187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trend — monitor delivery ratio for long-term conviction signals.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90288" y="914400"/>
            <a:ext cx="2011680" cy="4041648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90288" y="914400"/>
            <a:ext cx="20116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950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Q1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81728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04688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days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81728" y="194767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04688" y="1947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1728" y="238658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2386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742M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81728" y="28254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04688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61.08%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81728" y="32644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04688" y="3264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−35.2%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81728" y="3749040"/>
            <a:ext cx="1828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0288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63440" y="4187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 — review risk controls; high delivery ratio shows institutional holding.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84848" y="914400"/>
            <a:ext cx="2011680" cy="4041648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84848" y="914400"/>
            <a:ext cx="2011680" cy="502920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9509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Q2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76288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99248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days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76288" y="194767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99248" y="1947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₹943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76288" y="238658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99248" y="2386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76288" y="28254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699248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38.82%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76288" y="32644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699248" y="3264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876288" y="3749040"/>
            <a:ext cx="18288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84848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58000" y="4187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delivery (38.82%) reflects short-term day trading surge during recovery bounce.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EXTREME EVENTS — DIAGNOSTIC LAYER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56616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18872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Sep 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Split (Mechanical)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−49.67%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Mar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Crash (Peak)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−12.61%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Mar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Crash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−10.07%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Mar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 Rally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Apr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Rally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Mar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Panic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Sep 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Cut Rally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−49.67% on 19 Sep 2019 is a mechanical price adjustment due to a stock split — not an actual market loss. This must be annotated in all visual representations to prevent misinterpretation.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CHALLENGES &amp; HOW TO OVERCOME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2412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Mislabelled Dashboard (HR vs Financial)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Rebrand all headers, pipeline labels, and series names from 'HR Analytics / HRIS' to 'Financial Market Analytics / NSE Data Pull' before submission.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4708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Avg Close Decimal Error (1.381 vs ₹1,381)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Recalculate and verify the KPI card value. The correct average of ₹1,381 is consistent with the price range of ₹767–₹2,495 shown in charts.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7004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606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Text Typos in Quarterly Scorecards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9077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Correct 'Renan' → 'Return' and 'Reel rally' → 'Relief rally'. Apply consistent number formatting (e.g. 'Avg ₹2,943 · Vol 1.23B').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49300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Low Delivery in Q2 2020 (38.82%) Unexplained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 commentary: the drop reflects a surge of intraday / short-term traders during the volatile recovery — not reduced institutional confidence.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31596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COVID Crash vs Stock Split Confusion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553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 annotation flags on charts to distinguish the Sep 2019 mechanical split from the Mar 2020 genuine market crash. Use event overlays.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3C"/>
          </a:solidFill>
          <a:ln w="12700">
            <a:solidFill>
              <a:srgbClr val="C9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delivers a comprehensive Financial Market Analytics Dashboard for HDFC Bank, covering one of the most turbulent 12-month periods in Indian equity history.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8503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739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End-to-end data pipeline: extraction → cleaning → reconciliation → analysis with full auditability (0 missing values, 0 duplicates).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8503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140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Diagnostic Layer correctly identifies and classifies extreme events including the Sep 2019 stock split and the Mar 2020 COVID crash.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8503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54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Prescriptive Layer generates quarterly scorecards with actionable recommendations tied to delivery ratio conviction signals.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8503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941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Pending corrections: dashboard rebranding from HR to Financial Analytics, Avg Close decimal fix, and minor typo resolution.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279392"/>
            <a:ext cx="85039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B52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342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scope: integrate live NSE data feed, add ML-based anomaly detection, and extend to multi-stock portfolio comparison.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Financial Market Analytics  ·  NSE EQ Series  ·  Jul 2019 – Jun 2020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HDFC Bank Financial Market Analytics Dashboard</dc:title>
  <dc:subject>PptxGenJS Presentation</dc:subject>
  <dc:creator>PptxGenJS</dc:creator>
  <cp:lastModifiedBy>PptxGenJS</cp:lastModifiedBy>
  <cp:revision>1</cp:revision>
  <dcterms:created xsi:type="dcterms:W3CDTF">2026-05-17T13:17:28Z</dcterms:created>
  <dcterms:modified xsi:type="dcterms:W3CDTF">2026-05-17T13:17:28Z</dcterms:modified>
</cp:coreProperties>
</file>